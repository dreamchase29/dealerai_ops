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3da20df854050" /><Relationship Type="http://schemas.openxmlformats.org/officeDocument/2006/relationships/extended-properties" Target="/docProps/app.xml" Id="Rf4fd57ca1a7b4531" /><Relationship Type="http://schemas.openxmlformats.org/officeDocument/2006/relationships/officeDocument" Target="/ppt/presentation.xml" Id="Ra942c556b77f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ad39fc0bd492c"/>
  </p:sldMasterIdLst>
  <p:notesMasterIdLst>
    <p:notesMasterId xmlns:r="http://schemas.openxmlformats.org/officeDocument/2006/relationships" r:id="R794d232955664815"/>
  </p:notesMasterIdLst>
  <p:sldIdLst>
    <p:sldId xmlns:r="http://schemas.openxmlformats.org/officeDocument/2006/relationships" id="256" r:id="R81aecfd1e27b428e"/>
    <p:sldId xmlns:r="http://schemas.openxmlformats.org/officeDocument/2006/relationships" id="257" r:id="Rd380dee28fcd48fa"/>
    <p:sldId xmlns:r="http://schemas.openxmlformats.org/officeDocument/2006/relationships" id="258" r:id="Rb7f78d228efc4c11"/>
    <p:sldId xmlns:r="http://schemas.openxmlformats.org/officeDocument/2006/relationships" id="259" r:id="Rd24344771e164f37"/>
    <p:sldId xmlns:r="http://schemas.openxmlformats.org/officeDocument/2006/relationships" id="260" r:id="Ra0370116b5cf4152"/>
    <p:sldId xmlns:r="http://schemas.openxmlformats.org/officeDocument/2006/relationships" id="261" r:id="R35cf7765a06d4213"/>
    <p:sldId xmlns:r="http://schemas.openxmlformats.org/officeDocument/2006/relationships" id="262" r:id="R41fd26fd27ac4578"/>
    <p:sldId xmlns:r="http://schemas.openxmlformats.org/officeDocument/2006/relationships" id="263" r:id="Rfed9a4d63b404564"/>
    <p:sldId xmlns:r="http://schemas.openxmlformats.org/officeDocument/2006/relationships" id="264" r:id="Rb66315aa61f441a3"/>
    <p:sldId xmlns:r="http://schemas.openxmlformats.org/officeDocument/2006/relationships" id="265" r:id="Rb93c18d99f2742e2"/>
    <p:sldId xmlns:r="http://schemas.openxmlformats.org/officeDocument/2006/relationships" id="266" r:id="R9c074df4e22d48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e06456424a467d" /><Relationship Type="http://schemas.openxmlformats.org/officeDocument/2006/relationships/slideMaster" Target="/ppt/slideMasters/slideMaster1.xml" Id="R98fad39fc0bd492c" /><Relationship Type="http://schemas.openxmlformats.org/officeDocument/2006/relationships/notesMaster" Target="/ppt/notesMasters/notesMaster1.xml" Id="R794d232955664815" /><Relationship Type="http://schemas.openxmlformats.org/officeDocument/2006/relationships/presProps" Target="/ppt/presProps.xml" Id="Reb57b47300c8406d" /><Relationship Type="http://schemas.openxmlformats.org/officeDocument/2006/relationships/tableStyles" Target="/ppt/tableStyles.xml" Id="Re366d48ce5dd4b73" /><Relationship Type="http://schemas.openxmlformats.org/officeDocument/2006/relationships/slide" Target="/ppt/slides/slide1.xml" Id="R81aecfd1e27b428e" /><Relationship Type="http://schemas.openxmlformats.org/officeDocument/2006/relationships/slide" Target="/ppt/slides/slide2.xml" Id="Rd380dee28fcd48fa" /><Relationship Type="http://schemas.openxmlformats.org/officeDocument/2006/relationships/slide" Target="/ppt/slides/slide3.xml" Id="Rb7f78d228efc4c11" /><Relationship Type="http://schemas.openxmlformats.org/officeDocument/2006/relationships/slide" Target="/ppt/slides/slide4.xml" Id="Rd24344771e164f37" /><Relationship Type="http://schemas.openxmlformats.org/officeDocument/2006/relationships/slide" Target="/ppt/slides/slide5.xml" Id="Ra0370116b5cf4152" /><Relationship Type="http://schemas.openxmlformats.org/officeDocument/2006/relationships/slide" Target="/ppt/slides/slide6.xml" Id="R35cf7765a06d4213" /><Relationship Type="http://schemas.openxmlformats.org/officeDocument/2006/relationships/slide" Target="/ppt/slides/slide7.xml" Id="R41fd26fd27ac4578" /><Relationship Type="http://schemas.openxmlformats.org/officeDocument/2006/relationships/slide" Target="/ppt/slides/slide8.xml" Id="Rfed9a4d63b404564" /><Relationship Type="http://schemas.openxmlformats.org/officeDocument/2006/relationships/slide" Target="/ppt/slides/slide9.xml" Id="Rb66315aa61f441a3" /><Relationship Type="http://schemas.openxmlformats.org/officeDocument/2006/relationships/slide" Target="/ppt/slides/slide10.xml" Id="Rb93c18d99f2742e2" /><Relationship Type="http://schemas.openxmlformats.org/officeDocument/2006/relationships/slide" Target="/ppt/slides/slide11.xml" Id="R9c074df4e22d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88d5490a2040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0b637c2af4de3" /><Relationship Type="http://schemas.openxmlformats.org/officeDocument/2006/relationships/notesMaster" Target="/ppt/notesMasters/notesMaster1.xml" Id="Ra7cb2e429d4e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68df1c57f4113" /><Relationship Type="http://schemas.openxmlformats.org/officeDocument/2006/relationships/notesMaster" Target="/ppt/notesMasters/notesMaster1.xml" Id="Rd6542a621fe24b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69209a56cb4e51" /><Relationship Type="http://schemas.openxmlformats.org/officeDocument/2006/relationships/notesMaster" Target="/ppt/notesMasters/notesMaster1.xml" Id="R3fce3da70b2e44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57c9b8ac0142c9" /><Relationship Type="http://schemas.openxmlformats.org/officeDocument/2006/relationships/notesMaster" Target="/ppt/notesMasters/notesMaster1.xml" Id="R1effd401e9ce4c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1d0b5792ad47d9" /><Relationship Type="http://schemas.openxmlformats.org/officeDocument/2006/relationships/notesMaster" Target="/ppt/notesMasters/notesMaster1.xml" Id="Rc17b9ded776e49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993003c5714316" /><Relationship Type="http://schemas.openxmlformats.org/officeDocument/2006/relationships/notesMaster" Target="/ppt/notesMasters/notesMaster1.xml" Id="Rcb6b82e8a27441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90055a422b41cd" /><Relationship Type="http://schemas.openxmlformats.org/officeDocument/2006/relationships/notesMaster" Target="/ppt/notesMasters/notesMaster1.xml" Id="Rcdc2731fc7c6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a760f36fa04013" /><Relationship Type="http://schemas.openxmlformats.org/officeDocument/2006/relationships/notesMaster" Target="/ppt/notesMasters/notesMaster1.xml" Id="R22b1311d04914c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e7f589fae04d6d" /><Relationship Type="http://schemas.openxmlformats.org/officeDocument/2006/relationships/notesMaster" Target="/ppt/notesMasters/notesMaster1.xml" Id="Rc373a31adfe641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5910842bb44b7f" /><Relationship Type="http://schemas.openxmlformats.org/officeDocument/2006/relationships/notesMaster" Target="/ppt/notesMasters/notesMaster1.xml" Id="R51ffd160dcf648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b5d52f9a62438a" /><Relationship Type="http://schemas.openxmlformats.org/officeDocument/2006/relationships/notesMaster" Target="/ppt/notesMasters/notesMaster1.xml" Id="Rbebc2c220e4246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6e15dd5a9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9ff6ea717485f" /><Relationship Type="http://schemas.openxmlformats.org/officeDocument/2006/relationships/slideLayout" Target="/ppt/slideLayouts/slideLayout1.xml" Id="R28b06d4ab008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b06d4ab008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dcb1345b9456d" /><Relationship Type="http://schemas.openxmlformats.org/officeDocument/2006/relationships/notesSlide" Target="/ppt/notesSlides/notesSlide1.xml" Id="R1d8fda942c714c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4fae7f97943c0" /><Relationship Type="http://schemas.openxmlformats.org/officeDocument/2006/relationships/notesSlide" Target="/ppt/notesSlides/notesSlide2.xml" Id="R257769cb5d66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b6766cc94e09" /><Relationship Type="http://schemas.openxmlformats.org/officeDocument/2006/relationships/notesSlide" Target="/ppt/notesSlides/notesSlide3.xml" Id="R3c4882220cb2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01eb8c42f4f26" /><Relationship Type="http://schemas.openxmlformats.org/officeDocument/2006/relationships/notesSlide" Target="/ppt/notesSlides/notesSlide4.xml" Id="R9240beb3f9c849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a05fabf7d42d9" /><Relationship Type="http://schemas.openxmlformats.org/officeDocument/2006/relationships/notesSlide" Target="/ppt/notesSlides/notesSlide5.xml" Id="Rf1443d4070164f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9ec31ad414e43" /><Relationship Type="http://schemas.openxmlformats.org/officeDocument/2006/relationships/notesSlide" Target="/ppt/notesSlides/notesSlide6.xml" Id="R49e634e096a5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0b0cdd2b4975" /><Relationship Type="http://schemas.openxmlformats.org/officeDocument/2006/relationships/notesSlide" Target="/ppt/notesSlides/notesSlide7.xml" Id="R9570c00d2ea84d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75ae89c604910" /><Relationship Type="http://schemas.openxmlformats.org/officeDocument/2006/relationships/notesSlide" Target="/ppt/notesSlides/notesSlide8.xml" Id="Ra26c51e2c03847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bf6fcd7fd4dd2" /><Relationship Type="http://schemas.openxmlformats.org/officeDocument/2006/relationships/notesSlide" Target="/ppt/notesSlides/notesSlide9.xml" Id="Rfe355d8d503f40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2ae5f7065457b" /><Relationship Type="http://schemas.openxmlformats.org/officeDocument/2006/relationships/notesSlide" Target="/ppt/notesSlides/notesSlide10.xml" Id="R4da243b211484c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b4da31a13423a" /><Relationship Type="http://schemas.openxmlformats.org/officeDocument/2006/relationships/notesSlide" Target="/ppt/notesSlides/notesSlide11.xml" Id="Re200e33d1af646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85BFF-C221-4277-B0E0-70D43D0B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80407-B9C0-430C-BE23-AA6EA39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B29D6-D981-46E6-9ECA-0CD9FF7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A3E9C-14F9-4935-A2D1-21E7520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6B2DF-57AE-4CB5-ADA2-70D91A8A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6BB59-FA21-472B-87E1-F37AA64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9FF03-5BE4-4E3D-8262-F8527F2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B68AE-40DF-41C6-8BC9-E1AD032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46BA8-04AE-488B-A9B3-3CCDEE3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2214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FF9EB-93D2-4C85-80FF-57C2489A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823E0-2567-45C6-8BE2-33D023A3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8F972-A793-43A8-BB64-1A51B64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61F1D-1C86-4C99-AC48-2DAC520B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87E15-1075-441E-882F-5CB2798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ADB3C-B510-44C3-B868-F3DC3D5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C9A2F-2580-47BA-80F8-B63D6A5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D7817-B31D-40D7-9BB9-975AD123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6B74E-5D50-44F4-A9DE-2EB48EB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CE801-3FA5-4CA4-B5BF-555F52A9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56719-3541-4CD7-8EE3-8CFFE20B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AB162-A5D8-4C55-8983-7D974564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37288-B4B8-44C1-9411-FC8F3D7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D5CBA-AD47-4749-9C98-DF6853D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2286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9A83B-D933-4925-ACB3-AE55086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82CB-629B-4001-9A27-20E5F7A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F92AB-F99A-4C96-AC5A-8A46AF5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8B35-9AB4-4644-AC9E-755B2872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A3FE4-3030-4646-A02A-E49AB7AC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4D737-0032-4840-AD9D-CBB78538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3BEB4-C25C-4E11-B307-CB761D05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BD352-D04A-4D15-86D8-3C66E1DA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8B596-1BAD-42B4-8EA1-1182C33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1AA21-F33E-4A20-9367-0B5D3327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1CD6B-569D-4D40-ADD8-5353721E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F06FF-57A8-4705-8F0F-5B8D552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D9365-33CE-4029-AA4E-7F2A133A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7309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435EB-E6AF-47B8-B100-72AA97ED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04080-FBC5-49BB-9208-A578D081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ED3B4-B1C6-4054-8934-2869CE9F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3FF6D-F2D2-4AB3-A144-5CC14FE0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B478F-1897-4AB1-9174-432AD855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542E-62EF-4B87-9430-33C57F91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D38D3-3281-4751-80FA-6347D578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E1FA-529F-4BF2-B62A-6C976D52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878B3-1BD9-4684-817E-CA413D9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FFE37-E771-4E51-B66B-459E843D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320F0-1FC9-4372-8F84-B70C177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861E0-F590-4EA8-82DD-0197ED79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30B13-2AFC-4305-B5AB-5036E9D5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4B70C-D0E8-44C4-A0BD-2C9917A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7881E-D5C5-4B8A-961A-74A75D80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00FDB-CDDE-460A-A1F3-635069A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98747-A4B8-4C47-AB49-B1F5479A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6005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8EC8C-BCF7-4DED-9D26-8BF5423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EA841-FE4B-4536-9AC0-912BC20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3C30A-864A-4D94-9022-97D3207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0F6C3-1BA1-4A31-A200-FBB5FE7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E89CA-BCBB-4606-9071-8D97A64F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602FE-AD53-42B1-8598-6569B66F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22734-FD80-4F16-9300-D70FCD56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2D04C-6E38-4AA0-A081-242114FA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A49BF-A1FE-4AC9-9EBC-A8CA237B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B3C63-F43A-4296-AC33-F589E4A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AFB2A-4C1A-4EAE-B47A-ECF3D6A6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4D621-F3D3-4B1D-9321-A80D313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7DEDF-1D15-46EF-82F3-EE47617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5509D-1498-4A06-AD24-ABDAED42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B545B-8419-479F-9353-A3EEECD9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1FEA8-3F78-4783-9D56-2046F6AF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AD139-45E9-4884-A204-7E4B8646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00C4E-D687-41D5-A25E-89726DED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C5CBA-3F76-4008-8148-2C1BE70A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3504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37843-727A-4803-A030-1F05028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65F7A-29AC-4AF3-9C74-154EAC0C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EAF25-AABE-4AFF-A09F-5FF36D31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D6604-A678-434C-BF4D-EA70BECC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EB963-1AA4-4C81-B0D7-688584D6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D5FC8-0144-46A5-8211-244FDACC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95330-F23D-4C35-A788-CDEE1C2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5D36A-931E-4D9B-A215-61B4557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9B70A-D693-45BC-AC12-9B31C6E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5F289-14F3-48CC-A733-EB0C3C2B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44B2E-D0D4-461A-95C0-2BFB97F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AFE46-4549-4139-ABB7-953F5125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CA578-31AA-4DDB-87BC-AB9DE2A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EBE45-CAD8-4BA1-92D6-B01DB857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EDDF9-D356-4921-9378-44727F4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8989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021B8-115F-40A2-BAAA-5002ED94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28E6D-33BF-4585-A970-4B641A8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RAG is citation-first and evaluated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B7C29-112C-4076-9BDC-DBC3BBC0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AA16F-3598-47A3-A3FC-65925958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fictional dealership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7B482-F950-4E7C-A87A-09503325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Normalize +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3395D-10D4-4155-A0EC-8DF816BC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section-aware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6146D-07B3-4E19-B79D-24846FA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F55F1-7C3D-437A-B3CA-18836C57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test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A784C-70B9-4E8A-89B8-B1C43757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Retrieve + cite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06BE5-EBB4-41C5-8D55-1929B70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document, section, chunk,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E947E-DE30-4541-891B-8F215FF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Retrieval eval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Recall@K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MRR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Hit Rate@K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D2682-5935-4DCD-92FB-20EF1EDC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821A2-80F8-498E-B9B3-5DDC434F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8CF72-3E6D-4205-8CEA-92CDF0B5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4263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3E268-7559-4C95-BA86-7EFA899B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D1C8D-DDBB-47DB-8A83-09BB500C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Tool calling is the 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B9EA1-93F5-4841-AB67-FC0F1030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Tool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1FD92-17BA-4336-B741-F3E1F72F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Pydantic input/output schemas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risk level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flag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31910-04F5-4910-9B24-85DA971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Execution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60E89-A05C-48F1-A804-BA6E5285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authorization hook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request ID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audit 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F0BBE-9A4B-4868-B1B8-AF153195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Write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7C7D2-06AA-4B68-BA09-46D161CE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confirmation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transactions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idempotency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380A5-D386-40F7-B243-C1BE00F8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B2B"/>
                </a:solidFill>
              </a:defRPr>
            </a:pPr>
            <a:r>
              <a:rPr sz="1875" b="1">
                <a:solidFill>
                  <a:srgbClr val="8A4B2B"/>
                </a:solidFill>
              </a:rPr>
              <a:t>The LLM may request a tool. The application decides whether that request is valid, authorized, confirmed, and 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40D8A-9D44-4F7B-8482-7D95E4B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1F0A9-8246-4FAD-8CD6-977680DC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DADA3-6415-4B0C-BE97-24FA879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13276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2B63A-F117-488D-BF01-B72F9F9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F4F7A-A877-4A7F-9EAD-1B18CCF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agent loop is constrained by policy and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2576-E02F-46EB-AACB-CF754CE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FB9D7-0DCD-4412-8C77-95E36DD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conversation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49196-E812-4F6D-831A-C0E8F1B6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B2149-6AEE-42F7-8A0D-C395D01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431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maximum tool iterations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97A5B-FEF2-4D8E-9226-2FB1FC3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C9B4D-7246-4A9D-A289-659EF9B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timeouts and structured 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90B10-A295-44A7-A668-CE944F1B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29BD-BB94-4A4A-BA5A-4706940C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42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unknown-tool and invalid-argument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505C1-EC5D-47D1-B8B0-095E6BD5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E75C0-41D0-4F71-914D-51A3FA1B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14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workflow for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15158-B24F-42AA-9628-FF350D87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Fail-closed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PII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secret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prompt injection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mass operations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retrieved policy bypass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6B798-8811-49F5-B780-B7FDCE3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7B415-BE52-4665-9976-8941A116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1315D-1711-4ADF-A37E-C3D2D77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3448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B6943-2B57-4B7E-A652-1A892AA3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AI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BED3A-63EC-4F0D-937C-7394CF00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Evaluation turns agent behavior into release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6EE64-D0BA-4669-9ACF-30AC4E5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121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A1825-AFFE-4458-B23C-C434803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deterministic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57937-1EFE-47DE-A5ED-124550D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E7E54"/>
                </a:solidFill>
              </a:defRPr>
            </a:pPr>
            <a:r>
              <a:rPr sz="3300" b="1">
                <a:solidFill>
                  <a:srgbClr val="4E7E54"/>
                </a:solidFill>
              </a:rPr>
              <a:t>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BB872-EB0B-4076-8197-677598B5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pytest tests passed in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C6557-4C04-4F61-A6DA-AC8EB4F6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8A4B2B"/>
                </a:solidFill>
              </a:defRPr>
            </a:pPr>
            <a:r>
              <a:rPr sz="3300" b="1">
                <a:solidFill>
                  <a:srgbClr val="8A4B2B"/>
                </a:solidFill>
              </a:rPr>
              <a:t>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2EC0F-E59C-4D78-8E04-7ACA11E9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hallucinated transaction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BCDB4-AA2B-4B26-9656-F6CB1150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8746"/>
                </a:solidFill>
              </a:defRPr>
            </a:pPr>
            <a:r>
              <a:rPr sz="3300" b="1">
                <a:solidFill>
                  <a:srgbClr val="B88746"/>
                </a:solidFill>
              </a:rPr>
              <a:t>1.00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F257B-801A-4737-8756-787E3466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gate-critical pass 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A38FC-3216-469F-9CD2-30BD180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2F1CB-A794-4971-A999-7503E5BB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3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Scorers cover tool selection, argument accuracy, retrieval hits, citations, PII leakage, escalation, policy violations, and transaction consistency.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88383-562F-445C-9EB9-C3A2BC3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01715-BCD0-4F43-ADB2-527F368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Quality thresholds are stored in version-controlled configuration and enforced by python -m evaluation.gate.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E7D54-6723-46A0-85BF-EC826D3D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40CC6-D2F4-4DEF-9EC2-76D3F9DA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4E633-D9A6-4FB6-B8B9-2101E0F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9180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CD1CF-1D6E-4EFC-BBCA-773B1870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E2D18-9CE5-45A3-94F8-7B629BC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Observability, reliability, and AWS mapping are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4F852-C20F-40A1-9A5B-58FE8A2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Implemented locally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F8BFC-F036-4FEB-95B3-00F95268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Redacted spans, correlation IDs, component latency, MLflow-local option, reliability tests, Docker/Compose, CI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D13DF-7FC0-4F86-AF2F-7E896622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Documented AWS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AA03D-FB90-478C-B322-3ECDBB19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Bedrock, S3, Lambda, API Gateway, Aurora PostgreSQL, pgvector, CloudWatch, IAM, Secrets Manager.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AF8DA-B0B2-4E70-93B1-CFB86E4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B2B"/>
          </a:solidFill>
          <a:ln xmlns:a="http://schemas.openxmlformats.org/drawingml/2006/main" w="9525">
            <a:solidFill>
              <a:srgbClr val="8A4B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Not claimed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C6A1F-A8A0-4F11-B003-B696BC12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No live AWS deployment, no real dealership integrations, no real customer data, no production auth/tenant isolation.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4B8C1-4E3D-43C8-83B6-D092918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037D5-9A62-456A-A65D-1FE4A46B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9884F-D97D-4080-8EF5-6003F3B9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646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2026-08-11T18:15:35.9800000Z</dcterms:created>
  <dcterms:modified xsi:type="dcterms:W3CDTF">2026-08-11T18:15:35.9800000Z</dcterms:modified>
</coreProperties>
</file>