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37e70731cf4b4c" /><Relationship Type="http://schemas.openxmlformats.org/officeDocument/2006/relationships/extended-properties" Target="/docProps/app.xml" Id="R0dd263fbb55f4aa9" /><Relationship Type="http://schemas.openxmlformats.org/officeDocument/2006/relationships/officeDocument" Target="/ppt/presentation.xml" Id="Rd0e39c77f5bb4e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6472a1b34b4406"/>
  </p:sldMasterIdLst>
  <p:notesMasterIdLst>
    <p:notesMasterId xmlns:r="http://schemas.openxmlformats.org/officeDocument/2006/relationships" r:id="R5d53f07c57a14e38"/>
  </p:notesMasterIdLst>
  <p:sldIdLst>
    <p:sldId xmlns:r="http://schemas.openxmlformats.org/officeDocument/2006/relationships" id="256" r:id="R639f9864150d44a2"/>
    <p:sldId xmlns:r="http://schemas.openxmlformats.org/officeDocument/2006/relationships" id="257" r:id="R24ed0d5c9f364c94"/>
    <p:sldId xmlns:r="http://schemas.openxmlformats.org/officeDocument/2006/relationships" id="258" r:id="R412e6fb0d0644f58"/>
    <p:sldId xmlns:r="http://schemas.openxmlformats.org/officeDocument/2006/relationships" id="259" r:id="R98a024a268b64325"/>
    <p:sldId xmlns:r="http://schemas.openxmlformats.org/officeDocument/2006/relationships" id="260" r:id="R9563a784f0224c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ce8a7410ee4f2b" /><Relationship Type="http://schemas.openxmlformats.org/officeDocument/2006/relationships/slideMaster" Target="/ppt/slideMasters/slideMaster1.xml" Id="Rc06472a1b34b4406" /><Relationship Type="http://schemas.openxmlformats.org/officeDocument/2006/relationships/notesMaster" Target="/ppt/notesMasters/notesMaster1.xml" Id="R5d53f07c57a14e38" /><Relationship Type="http://schemas.openxmlformats.org/officeDocument/2006/relationships/presProps" Target="/ppt/presProps.xml" Id="R2de31226015f4fd8" /><Relationship Type="http://schemas.openxmlformats.org/officeDocument/2006/relationships/tableStyles" Target="/ppt/tableStyles.xml" Id="R2a54b96f6de0499e" /><Relationship Type="http://schemas.openxmlformats.org/officeDocument/2006/relationships/slide" Target="/ppt/slides/slide1.xml" Id="R639f9864150d44a2" /><Relationship Type="http://schemas.openxmlformats.org/officeDocument/2006/relationships/slide" Target="/ppt/slides/slide2.xml" Id="R24ed0d5c9f364c94" /><Relationship Type="http://schemas.openxmlformats.org/officeDocument/2006/relationships/slide" Target="/ppt/slides/slide3.xml" Id="R412e6fb0d0644f58" /><Relationship Type="http://schemas.openxmlformats.org/officeDocument/2006/relationships/slide" Target="/ppt/slides/slide4.xml" Id="R98a024a268b64325" /><Relationship Type="http://schemas.openxmlformats.org/officeDocument/2006/relationships/slide" Target="/ppt/slides/slide5.xml" Id="R9563a784f0224c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3f2babb9ca49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4d4f3bcef34aa1" /><Relationship Type="http://schemas.openxmlformats.org/officeDocument/2006/relationships/notesMaster" Target="/ppt/notesMasters/notesMaster1.xml" Id="R6760dd5a238a42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7038e93aa44fc6" /><Relationship Type="http://schemas.openxmlformats.org/officeDocument/2006/relationships/notesMaster" Target="/ppt/notesMasters/notesMaster1.xml" Id="R8c28758bb7c84a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aa50d4dde74c3a" /><Relationship Type="http://schemas.openxmlformats.org/officeDocument/2006/relationships/notesMaster" Target="/ppt/notesMasters/notesMaster1.xml" Id="R784cb72c83ce48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fb0c47021d4eff" /><Relationship Type="http://schemas.openxmlformats.org/officeDocument/2006/relationships/notesMaster" Target="/ppt/notesMasters/notesMaster1.xml" Id="R57cc75a625314c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a83bfcc72f416a" /><Relationship Type="http://schemas.openxmlformats.org/officeDocument/2006/relationships/notesMaster" Target="/ppt/notesMasters/notesMaster1.xml" Id="R3592f046e5a748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824de19d74f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d437368ebf4f40" /><Relationship Type="http://schemas.openxmlformats.org/officeDocument/2006/relationships/slideLayout" Target="/ppt/slideLayouts/slideLayout1.xml" Id="R0af585fad0ec4b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585fad0ec4b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1ec0d46c64fef" /><Relationship Type="http://schemas.openxmlformats.org/officeDocument/2006/relationships/notesSlide" Target="/ppt/notesSlides/notesSlide1.xml" Id="R10e4b59c8b4645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ad8e2dc8c4518" /><Relationship Type="http://schemas.openxmlformats.org/officeDocument/2006/relationships/notesSlide" Target="/ppt/notesSlides/notesSlide2.xml" Id="R304e2e33176b4a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140a4f20d460c" /><Relationship Type="http://schemas.openxmlformats.org/officeDocument/2006/relationships/notesSlide" Target="/ppt/notesSlides/notesSlide3.xml" Id="R1fe251affc2446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629fe40a24711" /><Relationship Type="http://schemas.openxmlformats.org/officeDocument/2006/relationships/notesSlide" Target="/ppt/notesSlides/notesSlide4.xml" Id="R32bfe4f6855d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a18bdc3fd4892" /><Relationship Type="http://schemas.openxmlformats.org/officeDocument/2006/relationships/notesSlide" Target="/ppt/notesSlides/notesSlide5.xml" Id="Rf095052b60a845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26B75-BA19-47E9-BA0A-4236E518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627E9-B37A-46C6-BCEC-24EB825A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AD979-8B2B-484E-92CB-841252E8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EFA89-F66A-4147-8072-AB0AEE1C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A6C04-C17F-448B-96B2-FF767565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FA011-EB78-46ED-B526-8EB3959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C8A62-D7A4-4C81-9C60-9BA2BE63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F2962-4512-4143-BBAA-2B644CD0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79859-D719-4DD2-90B7-9E9433CE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9049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80A6E-7C40-42A2-B3EA-03C53644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9834F-0F00-4049-A719-4BF0E0D6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10247-8D1D-4AD0-BA4C-376949CF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C5502-5257-4F5D-9ABC-CC69DC02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985C7-870A-451C-8557-37213CD4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2E960-271D-48CD-8E7A-3BF19286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48156-A6C0-4D45-8A9D-70C1FDD5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36F27-96F2-4E4F-8A31-B2C031D3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C49EF-7DF3-4177-BC08-25B7EF85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DACD8-89A9-4E81-A4CA-C3FA36F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EF948-EF05-4617-A245-27C96F5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F3BE6-8062-416F-ABCC-17DFC3E7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BC72F-AB58-441C-938E-DC07688B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E9259-CF2B-4305-8FE7-9D9B4B76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3300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E54BA-6202-4E40-8476-274D92EE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302CA-E7C3-482C-9DB9-E2F7152D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dealership problem is operational, not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FFAE5-41F8-4EE3-AE97-AFB034CD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Unsafe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A8F26-DB6B-4F69-9D4F-D873A870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Book, cancel, or reschedule without explicit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3FCE2-F1E0-4720-AD94-FA8C2E37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D412D-593B-4571-A401-9AD2B47C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Reveal customer contact data or internal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B3F2E-A757-4D08-BFDC-F4826951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Ungrounded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1BB3D-9079-4A1F-A6B1-A4962090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Answer warranty or scheduling questions without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17EE1-C16A-4B47-B0F3-C73118A8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AEE6F-5D5A-49A7-ACB1-CFD2123C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Claim a transaction succeeded when the tool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DD2E7-1EF9-4020-AE46-86949597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0A977-C49B-42F2-8B16-3A02DCE4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4C09B-A470-468E-87C2-961629A8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0482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9FBB2-8121-49B0-B3F8-4E10437F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58F1A-03F1-4AB7-B958-A3C68954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Architecture keeps reasoning, tools, data, and evaluation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2FBFC-31E9-448C-8BCE-B77DB5EA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FastAPI /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B69BC-B115-4380-BB27-8704A70D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Agent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3D3F1-8128-4817-8CE8-BE35F915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Guardrails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FEBA0-95B4-435C-B578-E7A04002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Provider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AE3EF-151B-4276-83B1-25B168B2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Typed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77DC4-0598-4EBE-91E9-7C4E8D70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Services + repos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B55F2-D2B3-43EF-B487-A0BD9B09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FB7B0-F540-4171-81DF-1373C4FE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288FB-F51C-475E-9636-625D1BAA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D9D49-96A3-499E-9B1E-80EBCDEC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97B27-3850-4EA5-9851-62433CE0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68F9-154D-4D04-82E6-BCDB27EE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5C5A"/>
                </a:solidFill>
              </a:defRPr>
            </a:pPr>
            <a:r>
              <a:rPr sz="1800" b="0">
                <a:solidFill>
                  <a:srgbClr val="245C5A"/>
                </a:solidFill>
              </a:rPr>
              <a:t>ML inference, human escalation, observability, and evaluation wrap the operational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1366C-CA5C-45C0-8D59-F6C21EBE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1C91B-BC89-4FB0-AC8D-21A037A7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F1815-833A-4228-84F3-21E267C7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2414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49BB0-0F45-40B1-8C8E-1AEAF20E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48B00-3323-4B32-A647-253EBCD2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Synthetic domain data makes the project runnable without PII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1978C-7B88-4329-B8C6-46E08D91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484E2-2C7A-433C-8C6A-60B61808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customers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2D1B5-6BB5-4AB2-9F15-F396E131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5C28A-6A93-4EA3-85DE-1D7EAEB1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owned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0E38C-6433-43CB-A22C-396E2556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B57B8-01B3-4842-A6A8-73270A6D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inventory vehicles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794C4-CFDA-4367-8314-BC62829D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5,000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E5097-79F0-4F80-A98F-6B06A387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historical appointments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CA66B-E9EE-468D-ACB2-44343B2D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FC0DF-42AE-446F-860B-35F7051C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38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Models relationships across customers, vehicles, appointments, service history, slots, leads, conversations, tool executions, and escalations.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C4210-F0DC-4307-8241-1E4264BB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F8617-0987-4A7B-99BD-EA9805BC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generation supports repeatable tests, evaluation reports, and model artifacts.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B0583-8A05-4F30-800E-33E910CD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D85CE-FCE6-4EDA-95DD-6AB87E7A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81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Feature design avoids real PII and protected-class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83B06-B57D-4259-B5F0-29BB3523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BB750-6ED4-4F95-AC66-9DBE7D71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51EFA-392E-40C5-82C0-E15FC1C0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4960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2026-08-11T18:13:38.4310000Z</dcterms:created>
  <dcterms:modified xsi:type="dcterms:W3CDTF">2026-08-11T18:13:38.4310000Z</dcterms:modified>
</coreProperties>
</file>