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5ce873ce3498e" /><Relationship Type="http://schemas.openxmlformats.org/officeDocument/2006/relationships/extended-properties" Target="/docProps/app.xml" Id="Radb10e2ca5dd418f" /><Relationship Type="http://schemas.openxmlformats.org/officeDocument/2006/relationships/officeDocument" Target="/ppt/presentation.xml" Id="Rd8b79efc66554e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2aa418b79401f"/>
  </p:sldMasterIdLst>
  <p:notesMasterIdLst>
    <p:notesMasterId xmlns:r="http://schemas.openxmlformats.org/officeDocument/2006/relationships" r:id="R7594a48fb066436a"/>
  </p:notesMasterIdLst>
  <p:sldIdLst>
    <p:sldId xmlns:r="http://schemas.openxmlformats.org/officeDocument/2006/relationships" id="256" r:id="Rdbc550c1adc142c0"/>
    <p:sldId xmlns:r="http://schemas.openxmlformats.org/officeDocument/2006/relationships" id="257" r:id="R16cc744228274bee"/>
    <p:sldId xmlns:r="http://schemas.openxmlformats.org/officeDocument/2006/relationships" id="258" r:id="R50203c47ae3642e0"/>
    <p:sldId xmlns:r="http://schemas.openxmlformats.org/officeDocument/2006/relationships" id="259" r:id="Rea974e4407254fb9"/>
    <p:sldId xmlns:r="http://schemas.openxmlformats.org/officeDocument/2006/relationships" id="260" r:id="R37b3d07da461445e"/>
    <p:sldId xmlns:r="http://schemas.openxmlformats.org/officeDocument/2006/relationships" id="261" r:id="R3989ef70d2694ee9"/>
    <p:sldId xmlns:r="http://schemas.openxmlformats.org/officeDocument/2006/relationships" id="262" r:id="Rd45246b064bf4b70"/>
    <p:sldId xmlns:r="http://schemas.openxmlformats.org/officeDocument/2006/relationships" id="263" r:id="Re404494e386748cd"/>
    <p:sldId xmlns:r="http://schemas.openxmlformats.org/officeDocument/2006/relationships" id="264" r:id="Re05ece4694cd4c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bf063a76c4498a" /><Relationship Type="http://schemas.openxmlformats.org/officeDocument/2006/relationships/slideMaster" Target="/ppt/slideMasters/slideMaster1.xml" Id="Rbc92aa418b79401f" /><Relationship Type="http://schemas.openxmlformats.org/officeDocument/2006/relationships/notesMaster" Target="/ppt/notesMasters/notesMaster1.xml" Id="R7594a48fb066436a" /><Relationship Type="http://schemas.openxmlformats.org/officeDocument/2006/relationships/presProps" Target="/ppt/presProps.xml" Id="R135d1c7e61f34b5d" /><Relationship Type="http://schemas.openxmlformats.org/officeDocument/2006/relationships/tableStyles" Target="/ppt/tableStyles.xml" Id="Rbe93633a519b4cbd" /><Relationship Type="http://schemas.openxmlformats.org/officeDocument/2006/relationships/slide" Target="/ppt/slides/slide1.xml" Id="Rdbc550c1adc142c0" /><Relationship Type="http://schemas.openxmlformats.org/officeDocument/2006/relationships/slide" Target="/ppt/slides/slide2.xml" Id="R16cc744228274bee" /><Relationship Type="http://schemas.openxmlformats.org/officeDocument/2006/relationships/slide" Target="/ppt/slides/slide3.xml" Id="R50203c47ae3642e0" /><Relationship Type="http://schemas.openxmlformats.org/officeDocument/2006/relationships/slide" Target="/ppt/slides/slide4.xml" Id="Rea974e4407254fb9" /><Relationship Type="http://schemas.openxmlformats.org/officeDocument/2006/relationships/slide" Target="/ppt/slides/slide5.xml" Id="R37b3d07da461445e" /><Relationship Type="http://schemas.openxmlformats.org/officeDocument/2006/relationships/slide" Target="/ppt/slides/slide6.xml" Id="R3989ef70d2694ee9" /><Relationship Type="http://schemas.openxmlformats.org/officeDocument/2006/relationships/slide" Target="/ppt/slides/slide7.xml" Id="Rd45246b064bf4b70" /><Relationship Type="http://schemas.openxmlformats.org/officeDocument/2006/relationships/slide" Target="/ppt/slides/slide8.xml" Id="Re404494e386748cd" /><Relationship Type="http://schemas.openxmlformats.org/officeDocument/2006/relationships/slide" Target="/ppt/slides/slide9.xml" Id="Re05ece4694cd4c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a99a6e3e4c44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b76b94898f4c81" /><Relationship Type="http://schemas.openxmlformats.org/officeDocument/2006/relationships/notesMaster" Target="/ppt/notesMasters/notesMaster1.xml" Id="Rc3865d4f74a34b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9b32b2304a4f23" /><Relationship Type="http://schemas.openxmlformats.org/officeDocument/2006/relationships/notesMaster" Target="/ppt/notesMasters/notesMaster1.xml" Id="Ra1881a3bfe1b41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4e9917ae1c41f6" /><Relationship Type="http://schemas.openxmlformats.org/officeDocument/2006/relationships/notesMaster" Target="/ppt/notesMasters/notesMaster1.xml" Id="R79155e3f7206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f0b3df330e4030" /><Relationship Type="http://schemas.openxmlformats.org/officeDocument/2006/relationships/notesMaster" Target="/ppt/notesMasters/notesMaster1.xml" Id="R8a146580faa646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3e2cfa2f2f405e" /><Relationship Type="http://schemas.openxmlformats.org/officeDocument/2006/relationships/notesMaster" Target="/ppt/notesMasters/notesMaster1.xml" Id="R48c2cfd2788b4e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8329bd4059408b" /><Relationship Type="http://schemas.openxmlformats.org/officeDocument/2006/relationships/notesMaster" Target="/ppt/notesMasters/notesMaster1.xml" Id="R7669938299b947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511718091494d" /><Relationship Type="http://schemas.openxmlformats.org/officeDocument/2006/relationships/notesMaster" Target="/ppt/notesMasters/notesMaster1.xml" Id="R72ab3d9ca0dc44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acebfc6df0472a" /><Relationship Type="http://schemas.openxmlformats.org/officeDocument/2006/relationships/notesMaster" Target="/ppt/notesMasters/notesMaster1.xml" Id="R371c98de19164f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af01f2222b493b" /><Relationship Type="http://schemas.openxmlformats.org/officeDocument/2006/relationships/notesMaster" Target="/ppt/notesMasters/notesMaster1.xml" Id="R482ab31c8ee243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224dfdf4840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96ec668974fdb" /><Relationship Type="http://schemas.openxmlformats.org/officeDocument/2006/relationships/slideLayout" Target="/ppt/slideLayouts/slideLayout1.xml" Id="Rf0305cca1b0242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305cca1b0242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378a8ef3947d9" /><Relationship Type="http://schemas.openxmlformats.org/officeDocument/2006/relationships/notesSlide" Target="/ppt/notesSlides/notesSlide1.xml" Id="R783ff2dcf1cb46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25251922b4ea4" /><Relationship Type="http://schemas.openxmlformats.org/officeDocument/2006/relationships/notesSlide" Target="/ppt/notesSlides/notesSlide2.xml" Id="R213c468e0f24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eef66d614409" /><Relationship Type="http://schemas.openxmlformats.org/officeDocument/2006/relationships/notesSlide" Target="/ppt/notesSlides/notesSlide3.xml" Id="R3f4e39b4b5b446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206db064c4289" /><Relationship Type="http://schemas.openxmlformats.org/officeDocument/2006/relationships/notesSlide" Target="/ppt/notesSlides/notesSlide4.xml" Id="R2f090b22e031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6a0e70d24503" /><Relationship Type="http://schemas.openxmlformats.org/officeDocument/2006/relationships/notesSlide" Target="/ppt/notesSlides/notesSlide5.xml" Id="Re049eaa4ae9d48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32f9a25924591" /><Relationship Type="http://schemas.openxmlformats.org/officeDocument/2006/relationships/notesSlide" Target="/ppt/notesSlides/notesSlide6.xml" Id="Re336c64c515940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5ae4f54044ab4" /><Relationship Type="http://schemas.openxmlformats.org/officeDocument/2006/relationships/notesSlide" Target="/ppt/notesSlides/notesSlide7.xml" Id="R194a1c58483f4a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e646dfc2a4a27" /><Relationship Type="http://schemas.openxmlformats.org/officeDocument/2006/relationships/notesSlide" Target="/ppt/notesSlides/notesSlide8.xml" Id="R3143a18a4b784d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20a8aea1d48c0" /><Relationship Type="http://schemas.openxmlformats.org/officeDocument/2006/relationships/notesSlide" Target="/ppt/notesSlides/notesSlide9.xml" Id="R9edd2bf7e06145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342EC-C29E-4D89-9982-08B900BC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1C981-B431-4D74-8B0F-166D2D0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FCA5C-B781-45A5-8EFA-60DFB6A1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EE063-47BD-431A-A81B-9C56B44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2D86F-6047-42F6-AB20-2B929A28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B0EAE-25D4-491B-A137-86B0657C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44D04-DA9A-4F7C-9901-C2388052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DF749-662B-4F72-9D58-F10F2D0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6AC41-9C93-44FD-BEA7-A1D1E760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50030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9202C-5984-4FBE-BE11-4A7251D8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B956C-7C7D-4B16-A930-2D984C9D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2D80A-57D6-4AAF-B9CA-6CD93C73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97CBA-B643-4F22-9523-089F1C77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F64C2-E0BA-4007-B1F0-B2B9311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DA0F3-FD6D-4351-B5FE-B57CA09A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C2EA7-D716-4DDC-B07D-74E6B4FE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271B6-790A-4DAE-B162-8138D57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3E951-7C6D-4C82-9B03-DBB668E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509FB-9B89-4A9D-8F13-E2E8ADBF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3917E-E8B8-4702-8DD7-94E530E3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951A5-9195-4366-B5FD-DDA00462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7E08F-C9BA-4E51-ABEC-B2DD8D9B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3F5FC-9067-45EA-B250-6B05B02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4108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28C82-FE56-4538-A7FA-7AED6FA0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970A6-E9BA-453C-866C-56893EC2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4034F-FB58-4C77-BF8E-6C587CE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2154B-5B3E-49C2-B39F-18857C77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E41A2-77E0-482D-905D-40DFCC4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B9357-C01C-49AC-847D-1976F96B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6B6A6-5B22-48BD-ADEF-519E59F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17CB8-A07C-4B1C-B2C9-376E5D0B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72A97-D9CD-49BA-9582-B75847A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5AE03-AD7C-4F17-B246-8B7331BC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41786-9E7B-4DE1-92CB-2C96A4C6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603C5-FA4C-42CA-AAF0-B51BA1E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2410A-FD01-42B1-AA37-ECE758B4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0483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2A8F1-80E6-45A6-BFD9-2519CBE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5135C-9572-478B-998B-615F3EA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711C0-3C4A-45D9-9E10-48CF1EF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83131-96CA-4E99-ADE1-FFB8B5B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0C990-2965-4854-A89D-575D89CB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B145-2222-4D95-9C83-226DB8B9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904DE-5245-45F8-9E63-FDA6EF91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2B862-AECD-4A3E-BED8-5091B64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E91EE-7788-4B9A-BA68-D2C96F14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F9ED7-1C2B-4477-9511-149493D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BEC97-E206-4068-8B44-2B3AB4B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08D73-858A-4D5A-851D-C0445EDD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9A6E9-9FCA-4970-8DAE-2C46E1D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3B7DE-B4FF-4317-91D5-73DA433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7A756-5F8E-468D-9A25-A6CB2034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35A1E-B102-44C7-BEE2-9A649AB3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942F2-367D-4B23-8472-34FB86E9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1833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36DBC-E939-4B62-B075-4A44B66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E5B9A-EAE4-45F2-9325-A4985C5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4CEBC-37CA-4D77-8957-061DD57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853B4-0622-4500-82C7-E2BC432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CA95F-6AF0-4AA9-A7E9-CEA7080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D34E0-524F-4782-9BAF-2E3D3F54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5C924-74BA-44BB-906F-145BB17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0A285-C320-43D5-818B-D520AB15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A1234-0FE4-4B5A-9584-A377AB0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E807B-98B4-462B-9172-F7FDD799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9E270-2F38-4096-8968-C894201F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C2997-EE15-4B2D-BEBB-EA8E283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CEDF9-79EF-4CE5-9975-FD6BD694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0A84D-C996-4AA7-B319-38671699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65805-4901-4DA6-8271-27C9922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29724-ED49-4E2A-B746-16C8F53E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E1F0C-A6BF-46D0-A13E-9F3AE62A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29EF1-5204-449B-8DF7-7B22A462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A3A71-F5A7-4C32-B3B6-C938206A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9503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535F3-284E-48FD-842D-1528A385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DA0F-7D9E-4067-9E57-670DA12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81459-A310-4AA4-8573-CD09511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22D00-9758-4E25-82F6-A421278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2800D-C763-468D-A1ED-B6C986DE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0C368-6CCB-4C8B-BBEE-9B768EFB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4A8BB-BF67-476E-B4C5-D27C1132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EBFC4-5E68-497B-9207-E422EA0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09028-FCD3-4FD0-9B2B-FF5E48ED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C20BE-47AC-4DC9-9098-B3CC1B7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3EE2-4BE5-42AE-909B-9454BC85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3953F-16E7-48E7-812C-168FDBE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93AA9-B260-4A35-88D0-0B2EF4A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61711-1A6F-4CEF-8B81-21974FC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C21A8-FB07-40EC-AB68-E5985A5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8116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F483E-D6C8-46DA-B52B-C4E4FD6D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7714B-A586-4ACF-B1B8-BB30FE2B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RAG is citation-first and evaluated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8476-A359-42D7-A91D-D8EB4EDE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CC1BA-EB6D-4CBB-9547-67F252B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fictional dealership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4F3F9-CC2E-4697-B5EA-56766049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Normalize +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6E68E-5F97-4562-9409-4E7B220A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section-aware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777D3-F549-4542-B146-62D97DC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7138C-A98C-4D88-A46B-FD497C00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test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2B19A-572A-4C3C-AE5B-A0B7C22E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Retrieve + cite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B8FB4-CAA4-4209-B46C-422FF18C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document, section, chunk,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416FF-6FEF-4A04-AF13-4C1CCB1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Retrieval eval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Recall@K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MRR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Hit Rate@K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2860A-E13E-410C-B160-3C24EE2A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8DEC1-D59C-48B4-9B47-C94AAE4A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A8D50-E1A3-41EF-9CBC-D377FF89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4384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D2F4E-DFFB-4FFD-B132-EF1FBA7B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586BF-7419-4E1E-965D-4F7FFFA2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Tool calling is the 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79EAB-7080-4E6D-8C9E-0F1E0B89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Tool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EF492-6FDF-4C39-8ED0-2CF4CB4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Pydantic input/output schemas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risk level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flag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68BBF-EF4C-4B46-AF31-2CF8F1D4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Execution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B3FE9-C459-4D77-BFFE-8012B803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authorization hook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request ID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audit 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CC84B-8B3D-4161-BAB8-D5E8C6AD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Write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694D3-7172-46F3-9AD6-5A56036A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confirmation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transactions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idempotency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82FAF-3BC5-4887-871D-268F9D14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B2B"/>
                </a:solidFill>
              </a:defRPr>
            </a:pPr>
            <a:r>
              <a:rPr sz="1875" b="1">
                <a:solidFill>
                  <a:srgbClr val="8A4B2B"/>
                </a:solidFill>
              </a:rPr>
              <a:t>The LLM may request a tool. The application decides whether that request is valid, authorized, confirmed, and 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4AEE-847C-44E3-834B-38D1F9D0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56493-6671-4574-85A2-FB02C20A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381D5-2B05-41AD-A6F2-A83B5740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9204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33B7D-8156-490F-970F-C83F1B69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FA1C5-0BE4-4FAE-BA7D-47B5C4E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agent loop is constrained by policy and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BC7E9-0307-436C-93EB-64AC1392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60DD9-1B6E-4A50-BA80-1F19758E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conversation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5FC1E-4DD8-4815-BE26-BF5B1C3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EB57E-9496-426D-A58F-FB55448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431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maximum tool iterations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B8733-6FEE-4E4C-B574-5FBF009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AD3A0-7DDD-47CA-8C42-35BA70E4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timeouts and structured 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2F5C8-52BA-40C2-82A9-81C71F9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1C860-2628-42C4-A863-0850453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42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unknown-tool and invalid-argument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020C3-4C02-483F-A8E3-D69EA51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8DE4A-4798-4F28-A219-D66A01B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14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workflow for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FF702-C701-4724-9A23-11A8A363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Fail-closed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PII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secret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prompt injection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mass operations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retrieved policy bypass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93AB7-F5F8-4BC2-B63F-88AD602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5A66E-1FFD-419A-8A7D-5C86A685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B3E1D-7203-4926-9229-DCD76F65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3284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2026-08-11T18:14:58.6270000Z</dcterms:created>
  <dcterms:modified xsi:type="dcterms:W3CDTF">2026-08-11T18:14:58.6270000Z</dcterms:modified>
</coreProperties>
</file>