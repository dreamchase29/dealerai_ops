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49aa493d9e43c3" /><Relationship Type="http://schemas.openxmlformats.org/officeDocument/2006/relationships/extended-properties" Target="/docProps/app.xml" Id="R7d69f2898f3b4ef2" /><Relationship Type="http://schemas.openxmlformats.org/officeDocument/2006/relationships/officeDocument" Target="/ppt/presentation.xml" Id="Raec17fd5e0244b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8903b72be4772"/>
  </p:sldMasterIdLst>
  <p:notesMasterIdLst>
    <p:notesMasterId xmlns:r="http://schemas.openxmlformats.org/officeDocument/2006/relationships" r:id="R4a7ffec93add49c4"/>
  </p:notesMasterIdLst>
  <p:sldIdLst>
    <p:sldId xmlns:r="http://schemas.openxmlformats.org/officeDocument/2006/relationships" id="256" r:id="R00d51c229d2c4510"/>
    <p:sldId xmlns:r="http://schemas.openxmlformats.org/officeDocument/2006/relationships" id="257" r:id="R32a088bead5b4e81"/>
    <p:sldId xmlns:r="http://schemas.openxmlformats.org/officeDocument/2006/relationships" id="258" r:id="R5a3e1b7818a04aad"/>
    <p:sldId xmlns:r="http://schemas.openxmlformats.org/officeDocument/2006/relationships" id="259" r:id="R822a3f15f424410b"/>
    <p:sldId xmlns:r="http://schemas.openxmlformats.org/officeDocument/2006/relationships" id="260" r:id="Rb78f01dc81ac486a"/>
    <p:sldId xmlns:r="http://schemas.openxmlformats.org/officeDocument/2006/relationships" id="261" r:id="Rd5b979154c4f43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46136e618f40b9" /><Relationship Type="http://schemas.openxmlformats.org/officeDocument/2006/relationships/slideMaster" Target="/ppt/slideMasters/slideMaster1.xml" Id="R97c8903b72be4772" /><Relationship Type="http://schemas.openxmlformats.org/officeDocument/2006/relationships/notesMaster" Target="/ppt/notesMasters/notesMaster1.xml" Id="R4a7ffec93add49c4" /><Relationship Type="http://schemas.openxmlformats.org/officeDocument/2006/relationships/presProps" Target="/ppt/presProps.xml" Id="R2b1f26fa3e184963" /><Relationship Type="http://schemas.openxmlformats.org/officeDocument/2006/relationships/tableStyles" Target="/ppt/tableStyles.xml" Id="Rdc60105d586e4060" /><Relationship Type="http://schemas.openxmlformats.org/officeDocument/2006/relationships/slide" Target="/ppt/slides/slide1.xml" Id="R00d51c229d2c4510" /><Relationship Type="http://schemas.openxmlformats.org/officeDocument/2006/relationships/slide" Target="/ppt/slides/slide2.xml" Id="R32a088bead5b4e81" /><Relationship Type="http://schemas.openxmlformats.org/officeDocument/2006/relationships/slide" Target="/ppt/slides/slide3.xml" Id="R5a3e1b7818a04aad" /><Relationship Type="http://schemas.openxmlformats.org/officeDocument/2006/relationships/slide" Target="/ppt/slides/slide4.xml" Id="R822a3f15f424410b" /><Relationship Type="http://schemas.openxmlformats.org/officeDocument/2006/relationships/slide" Target="/ppt/slides/slide5.xml" Id="Rb78f01dc81ac486a" /><Relationship Type="http://schemas.openxmlformats.org/officeDocument/2006/relationships/slide" Target="/ppt/slides/slide6.xml" Id="Rd5b979154c4f43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40f04f33574e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ac323902994447" /><Relationship Type="http://schemas.openxmlformats.org/officeDocument/2006/relationships/notesMaster" Target="/ppt/notesMasters/notesMaster1.xml" Id="Rc508ac74e95444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d6e3cdd1aa415e" /><Relationship Type="http://schemas.openxmlformats.org/officeDocument/2006/relationships/notesMaster" Target="/ppt/notesMasters/notesMaster1.xml" Id="Re9884d34cae045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14dee3fb1646f7" /><Relationship Type="http://schemas.openxmlformats.org/officeDocument/2006/relationships/notesMaster" Target="/ppt/notesMasters/notesMaster1.xml" Id="R30c7c3a7a8ee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075d3163f54824" /><Relationship Type="http://schemas.openxmlformats.org/officeDocument/2006/relationships/notesMaster" Target="/ppt/notesMasters/notesMaster1.xml" Id="Rb2631c0e8ab643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615d4485f04a95" /><Relationship Type="http://schemas.openxmlformats.org/officeDocument/2006/relationships/notesMaster" Target="/ppt/notesMasters/notesMaster1.xml" Id="Rc21d55ed7e414e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253a21113a4b18" /><Relationship Type="http://schemas.openxmlformats.org/officeDocument/2006/relationships/notesMaster" Target="/ppt/notesMasters/notesMaster1.xml" Id="Rda50e5c576374f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110ad50264c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b5a05f082b49c2" /><Relationship Type="http://schemas.openxmlformats.org/officeDocument/2006/relationships/slideLayout" Target="/ppt/slideLayouts/slideLayout1.xml" Id="Rb0b6e44fcf3a46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b6e44fcf3a46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5f8fe72114cfb" /><Relationship Type="http://schemas.openxmlformats.org/officeDocument/2006/relationships/notesSlide" Target="/ppt/notesSlides/notesSlide1.xml" Id="R610e37c3744448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fedb62074482e" /><Relationship Type="http://schemas.openxmlformats.org/officeDocument/2006/relationships/notesSlide" Target="/ppt/notesSlides/notesSlide2.xml" Id="R526ee84d26cc4f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cfa238b2d4a56" /><Relationship Type="http://schemas.openxmlformats.org/officeDocument/2006/relationships/notesSlide" Target="/ppt/notesSlides/notesSlide3.xml" Id="R873913dcd16044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2893e215f4c37" /><Relationship Type="http://schemas.openxmlformats.org/officeDocument/2006/relationships/notesSlide" Target="/ppt/notesSlides/notesSlide4.xml" Id="R64e86b5f682346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8d23ad6df44a7" /><Relationship Type="http://schemas.openxmlformats.org/officeDocument/2006/relationships/notesSlide" Target="/ppt/notesSlides/notesSlide5.xml" Id="R151b449a03424d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39c673c7843dd" /><Relationship Type="http://schemas.openxmlformats.org/officeDocument/2006/relationships/notesSlide" Target="/ppt/notesSlides/notesSlide6.xml" Id="R9a169b0ab21c43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46888-4BB2-47B8-8CD8-D7C611E4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13FAA-753E-4E9D-AC3B-60C1DEB1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D07B4-D9EF-48B5-8F1B-A6AECF96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E02ED-B66C-458D-897B-52750D8D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221E6-73B6-4571-9D6C-3C9917C1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55EF3-269D-4BB4-8A5E-D8A5C1BB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64EE7-159F-4726-9C6B-D6047DC1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46113-4FEB-4615-807B-FB1B4AC8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3252A-E472-45D0-ADD3-5A9DB0B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8285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39E94-80FE-4A49-8253-4C19BEE6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1F72F-0004-4245-BA00-8E082AB7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9E7B0-9ADC-4F36-92A6-B3F4A9ED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AB109-604C-4EA7-B82D-1E63B8FE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2C6A7-3FF1-42CC-AC7A-55EBD27F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97BA0-A26D-4318-99C0-9CB3D80A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71E80-E6B3-4530-9872-3B9C495E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EE0C8-05D4-4FBE-A4F9-0FD958DC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EFBAF-E9DB-4B63-A8D0-81D28AF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E6B35-CB0E-43E6-A391-32C2AFAA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4C913-9B1E-4476-92AF-0E38EC12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FB823-43C2-4699-9FCF-E0A32B99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E7DFE-CD6A-460E-B8BC-DB293098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7D8D6-6AB2-431C-9BEF-E719BA40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1268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CD3D6-B976-4D76-8822-0CAF2B05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D8955-9529-4A8E-849E-A4C6522A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dealership problem is operational, not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D4859-7025-410D-A19D-FF11F502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Unsafe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D80EF-F803-4929-8A39-C623A2E4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Book, cancel, or reschedule without explicit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9EBC8-F95A-430B-B5E1-85D3317E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804FB-3A86-4107-94D5-8FB56CF8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Reveal customer contact data or internal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D1B1C-806F-4121-A80C-DD5121E2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Ungrounded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C0BD4-B571-444A-9C10-9788056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Answer warranty or scheduling questions without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C49A3-839C-4651-BC06-B70D091F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A49E1-B1E0-4866-9662-E46B5794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Claim a transaction succeeded when the tool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923EC-D4BF-452F-8A9B-17F0342F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71291-A9A0-4DEC-8A06-3233FBB9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01355-9465-4F17-897E-4DC81AF5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6816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DD8B5-325E-47A9-8F4E-A3EDD5A1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C8014-3653-4B12-A0BF-A8D050B1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Architecture keeps reasoning, tools, data, and evaluation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0ABC6-F5EA-4FF4-9B88-B52FF38B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FastAPI /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A6555-083D-4B70-90A4-65A3E9C6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Agent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A3876-F027-451B-B9D5-A5668BDB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Guardrails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758A6-7C89-4AF1-9BD1-46D4AD77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Provider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70539-A9D9-4350-A536-5EF8533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Typed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EE6BE-2B74-48A9-B6B5-EC081A54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Services + repos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60E2A-C43C-42B0-8878-58B4845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1457F-3439-43FE-9059-A9037ABC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FEDA4-CC29-426A-AE6E-83E3712B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284BC-BC30-4E6D-8E4A-37148CAF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C849A-2000-4671-9609-A87B9461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93575-2DFF-439A-AEF5-F897BCFC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5C5A"/>
                </a:solidFill>
              </a:defRPr>
            </a:pPr>
            <a:r>
              <a:rPr sz="1800" b="0">
                <a:solidFill>
                  <a:srgbClr val="245C5A"/>
                </a:solidFill>
              </a:rPr>
              <a:t>ML inference, human escalation, observability, and evaluation wrap the operational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AAB35-3902-4183-AE77-376AE1AD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D13D2-35CE-450C-8D47-5261C7C1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367A7-544B-4E5B-ACCE-4FE3738D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9085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8EE48-6A13-4BCD-8C82-43EEB384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EC885-320C-441D-94A0-3F9E06B3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Synthetic domain data makes the project runnable without PII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40B37-CF85-47A3-910C-0529960B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0BF82-AB6D-4114-86C3-AABEFA6C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customers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978E6-AB51-41DB-8368-8DB62F5A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6C482-EF7E-4B4F-9268-D8813B6E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owned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F4716-7B52-4B55-A340-9B44F068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E9919-4AF6-4F8F-A592-437376DF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inventory vehicles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3036C-3C45-49DD-8B61-5D91B60B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5,000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F5F0C-D1F0-47BE-BDE5-35C585F9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historical appointments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A8F5F-06FC-433B-AD0A-D693E766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92B1D-7BC8-44C4-B59E-224DF648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38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Models relationships across customers, vehicles, appointments, service history, slots, leads, conversations, tool executions, and escalations.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F6C13-4442-4589-935D-2F763617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1934E-D9D2-4827-BDE7-600AAE3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generation supports repeatable tests, evaluation reports, and model artifacts.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4CA2C-DB8E-403B-B126-9892C118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845BB-B8FC-4E32-A34D-43C29B74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81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Feature design avoids real PII and protected-class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770FC-34D5-4832-B739-41FA0AD9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1A10E-35A8-4943-AB0C-DB81791F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B016C-A08A-48EE-9692-50DAB472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5167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4F91F-09A9-4295-AB37-3920AAAA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PREDICTIVE 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5A4C9-E867-4070-8823-69074608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No-show prediction is built as a real ML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34AC5-FF1A-45CE-AD9F-10307B87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Synthetic appointment data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booking-time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06261-412B-49D8-AFD0-5807A66C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Leakage inspection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exclude outcome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4B3B1-A217-4D3F-A88D-B4BC4835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sklearn pipeline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preprocessing stays aligned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DA6B9-663E-4B84-A5C5-AE781E65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Model comparison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baseline + calibrated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63243-CD7E-4931-9DE4-E5BAFFD2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Risk tiers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LOW to VERY_HIGH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9C26A-C99A-4301-8702-AC115E85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63E96-2418-4E4B-8587-8B46FF6E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4C153-AA2C-4E66-95A7-6CB67CA7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80395-0867-4902-9D85-1AEADB21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0343A-0407-4374-AEBA-CA40E44E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9822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Evaluated with ROC-AUC, PR-AUC, precision, recall, F1, Brier score, confusion matrix, calibration diagnostics, and threshold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38160-1A56-4DE8-AD49-850FF5DD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C12E5-03EA-4A21-BEFD-CE14DB41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E5E4E-18D8-4AD7-8449-FEBE34A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0405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2026-08-11T18:13:58.0280000Z</dcterms:created>
  <dcterms:modified xsi:type="dcterms:W3CDTF">2026-08-11T18:13:58.0290000Z</dcterms:modified>
</coreProperties>
</file>