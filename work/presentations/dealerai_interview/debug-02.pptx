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56ffb3ec1d4151" /><Relationship Type="http://schemas.openxmlformats.org/officeDocument/2006/relationships/extended-properties" Target="/docProps/app.xml" Id="R6c84a801799f42b5" /><Relationship Type="http://schemas.openxmlformats.org/officeDocument/2006/relationships/officeDocument" Target="/ppt/presentation.xml" Id="R9bd9288421414c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61670933a84500"/>
  </p:sldMasterIdLst>
  <p:notesMasterIdLst>
    <p:notesMasterId xmlns:r="http://schemas.openxmlformats.org/officeDocument/2006/relationships" r:id="R14b8a44d598b47c6"/>
  </p:notesMasterIdLst>
  <p:sldIdLst>
    <p:sldId xmlns:r="http://schemas.openxmlformats.org/officeDocument/2006/relationships" id="256" r:id="R62fd1ef85df34e58"/>
    <p:sldId xmlns:r="http://schemas.openxmlformats.org/officeDocument/2006/relationships" id="257" r:id="R376091da58ad4b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2032fc44a5411f" /><Relationship Type="http://schemas.openxmlformats.org/officeDocument/2006/relationships/slideMaster" Target="/ppt/slideMasters/slideMaster1.xml" Id="R3061670933a84500" /><Relationship Type="http://schemas.openxmlformats.org/officeDocument/2006/relationships/notesMaster" Target="/ppt/notesMasters/notesMaster1.xml" Id="R14b8a44d598b47c6" /><Relationship Type="http://schemas.openxmlformats.org/officeDocument/2006/relationships/presProps" Target="/ppt/presProps.xml" Id="R2b2f90a559d24a8f" /><Relationship Type="http://schemas.openxmlformats.org/officeDocument/2006/relationships/tableStyles" Target="/ppt/tableStyles.xml" Id="R643ca3e8021a4472" /><Relationship Type="http://schemas.openxmlformats.org/officeDocument/2006/relationships/slide" Target="/ppt/slides/slide1.xml" Id="R62fd1ef85df34e58" /><Relationship Type="http://schemas.openxmlformats.org/officeDocument/2006/relationships/slide" Target="/ppt/slides/slide2.xml" Id="R376091da58ad4b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780f1c5ba6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6d76ac0c0e432a" /><Relationship Type="http://schemas.openxmlformats.org/officeDocument/2006/relationships/notesMaster" Target="/ppt/notesMasters/notesMaster1.xml" Id="R40d214208bf2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a8033c73f461b" /><Relationship Type="http://schemas.openxmlformats.org/officeDocument/2006/relationships/notesMaster" Target="/ppt/notesMasters/notesMaster1.xml" Id="R0a451e68754446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c27fd70db4a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892e944bbd4550" /><Relationship Type="http://schemas.openxmlformats.org/officeDocument/2006/relationships/slideLayout" Target="/ppt/slideLayouts/slideLayout1.xml" Id="R2f16d5a8a3a441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6d5a8a3a441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c59e45e594100" /><Relationship Type="http://schemas.openxmlformats.org/officeDocument/2006/relationships/notesSlide" Target="/ppt/notesSlides/notesSlide1.xml" Id="Ra2a8c665ae40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f932b40e24b4a" /><Relationship Type="http://schemas.openxmlformats.org/officeDocument/2006/relationships/notesSlide" Target="/ppt/notesSlides/notesSlide2.xml" Id="R52e8d28e5cb94f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67B06-799B-4F74-8AD6-3D77942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C470-15A2-4E2E-A35E-7A2BC9AA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94B9A-D530-496C-8E19-7D7B4504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7E207-F008-4414-AA8C-412B07D1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C94F2-ABA9-4E65-9812-026C4233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9FC8A-AEB4-4005-80AD-6631F9D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D1092-3E86-444D-B9FE-AAD4B944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426D8-66E7-4DB8-9E2A-091FE0E1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67163-DD05-4625-AD01-89DDD326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7727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6B9FE-9284-4A1A-AE3A-4EE261DE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33DF3-3B50-4752-9A15-EA513697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E843B-50BA-4E8F-811A-4E5F63AE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4CB88-38B5-4938-BED6-87466CDE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3707F-1635-4952-817C-76EE42F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4A59F-6B9C-4C03-B384-35354CC2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D0463-B2CD-4D98-81C9-1C7EAA73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A21DB-2034-4AEE-B587-32F16559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5D52B-5AD7-48B9-8681-C82D6AE1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0685A-4F98-4159-BF2A-AEDF79CF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FDE96-A1B7-4089-8C2C-6826208B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ED235-80B2-4888-9DB4-35E1441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19F2C-99A3-4662-86DB-B4E2D92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11282-0C10-44F7-8E5D-88D8E30C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0544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2026-08-11T18:12:42.1550000Z</dcterms:created>
  <dcterms:modified xsi:type="dcterms:W3CDTF">2026-08-11T18:12:42.1560000Z</dcterms:modified>
</coreProperties>
</file>