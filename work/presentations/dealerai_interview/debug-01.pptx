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728030fb534c24" /><Relationship Type="http://schemas.openxmlformats.org/officeDocument/2006/relationships/extended-properties" Target="/docProps/app.xml" Id="R4342a02b72b8425e" /><Relationship Type="http://schemas.openxmlformats.org/officeDocument/2006/relationships/officeDocument" Target="/ppt/presentation.xml" Id="R4caabb016d744d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7c23627ce64303"/>
  </p:sldMasterIdLst>
  <p:notesMasterIdLst>
    <p:notesMasterId xmlns:r="http://schemas.openxmlformats.org/officeDocument/2006/relationships" r:id="R35bc64ac1eba456a"/>
  </p:notesMasterIdLst>
  <p:sldIdLst>
    <p:sldId xmlns:r="http://schemas.openxmlformats.org/officeDocument/2006/relationships" id="256" r:id="R0dfbcb560d364f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4c2fd54f544c33" /><Relationship Type="http://schemas.openxmlformats.org/officeDocument/2006/relationships/slideMaster" Target="/ppt/slideMasters/slideMaster1.xml" Id="Ra87c23627ce64303" /><Relationship Type="http://schemas.openxmlformats.org/officeDocument/2006/relationships/notesMaster" Target="/ppt/notesMasters/notesMaster1.xml" Id="R35bc64ac1eba456a" /><Relationship Type="http://schemas.openxmlformats.org/officeDocument/2006/relationships/presProps" Target="/ppt/presProps.xml" Id="Ra4c15569334d4f98" /><Relationship Type="http://schemas.openxmlformats.org/officeDocument/2006/relationships/tableStyles" Target="/ppt/tableStyles.xml" Id="Rd6e121f5f6a84ea6" /><Relationship Type="http://schemas.openxmlformats.org/officeDocument/2006/relationships/slide" Target="/ppt/slides/slide1.xml" Id="R0dfbcb560d364f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fa670504e74d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480a66471943d5" /><Relationship Type="http://schemas.openxmlformats.org/officeDocument/2006/relationships/notesMaster" Target="/ppt/notesMasters/notesMaster1.xml" Id="Rf301212732084e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d58ca69564f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3fe84814de4dff" /><Relationship Type="http://schemas.openxmlformats.org/officeDocument/2006/relationships/slideLayout" Target="/ppt/slideLayouts/slideLayout1.xml" Id="Rccbe690e0a4b44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be690e0a4b44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be9a0a4114b49" /><Relationship Type="http://schemas.openxmlformats.org/officeDocument/2006/relationships/notesSlide" Target="/ppt/notesSlides/notesSlide1.xml" Id="R380bd036281d47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0D9A2-CC96-4284-B365-8A1C6118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62A"/>
                </a:solidFill>
              </a:defRPr>
            </a:pPr>
            <a:r>
              <a:rPr sz="4350" b="1">
                <a:solidFill>
                  <a:srgbClr val="1F262A"/>
                </a:solidFill>
              </a:rPr>
              <a:t>DealerAI 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20BE9-3DEC-4239-B44A-64D3265B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FABF8-04E2-46B9-9673-E8341A05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5C5A"/>
                </a:solidFill>
              </a:defRPr>
            </a:pPr>
            <a:r>
              <a:rPr sz="2100" b="0">
                <a:solidFill>
                  <a:srgbClr val="245C5A"/>
                </a:solidFill>
              </a:rPr>
              <a:t>Production-oriented agentic AI and predictive intelligence for automotive dealerships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092D0-B531-430E-8D93-B3ED0AAB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7A"/>
                </a:solidFill>
              </a:defRPr>
            </a:pPr>
            <a:r>
              <a:rPr sz="1500" b="0">
                <a:solidFill>
                  <a:srgbClr val="68767A"/>
                </a:solidFill>
              </a:rPr>
              <a:t>Interview explainer | implemented capabilities, architecture decisions, and honest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0C660-8EA8-4072-8357-FB7F6CD6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086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Local-first reference implementation</a:t>
            </a:r>
          </a:p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No real PII | No paid API required | AWS mapping documented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2B162-43A0-4F69-A725-2A584624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7A"/>
                </a:solidFill>
              </a:defRPr>
            </a:pPr>
            <a:r>
              <a:rPr sz="1350" b="0">
                <a:solidFill>
                  <a:srgbClr val="68767A"/>
                </a:solidFill>
              </a:rPr>
              <a:t>Built for senior AI/ML engineering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4B9E6-AC11-490A-B94C-B39A4DE4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3F75E-D2F8-41EE-B247-0598092D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0367A-B9A3-4143-866A-5EC8DB27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4984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2026-08-11T18:12:18.3440000Z</dcterms:created>
  <dcterms:modified xsi:type="dcterms:W3CDTF">2026-08-11T18:12:18.3450000Z</dcterms:modified>
</coreProperties>
</file>