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eb2774be94424" /><Relationship Type="http://schemas.openxmlformats.org/officeDocument/2006/relationships/extended-properties" Target="/docProps/app.xml" Id="R1858edbc75114cdf" /><Relationship Type="http://schemas.openxmlformats.org/officeDocument/2006/relationships/officeDocument" Target="/ppt/presentation.xml" Id="Ra892b0ba64d543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65324e197421a"/>
  </p:sldMasterIdLst>
  <p:notesMasterIdLst>
    <p:notesMasterId xmlns:r="http://schemas.openxmlformats.org/officeDocument/2006/relationships" r:id="R87d701b7cfb14145"/>
  </p:notesMasterIdLst>
  <p:sldIdLst>
    <p:sldId xmlns:r="http://schemas.openxmlformats.org/officeDocument/2006/relationships" id="256" r:id="Rfa7b99dcf1d14d6b"/>
    <p:sldId xmlns:r="http://schemas.openxmlformats.org/officeDocument/2006/relationships" id="257" r:id="Re36b354e44dd4fa8"/>
    <p:sldId xmlns:r="http://schemas.openxmlformats.org/officeDocument/2006/relationships" id="258" r:id="R20043a3785ab4720"/>
    <p:sldId xmlns:r="http://schemas.openxmlformats.org/officeDocument/2006/relationships" id="259" r:id="R08e05f6753ee4d2e"/>
    <p:sldId xmlns:r="http://schemas.openxmlformats.org/officeDocument/2006/relationships" id="260" r:id="R67b2138683cf4fd5"/>
    <p:sldId xmlns:r="http://schemas.openxmlformats.org/officeDocument/2006/relationships" id="261" r:id="R18b6ed9f96194195"/>
    <p:sldId xmlns:r="http://schemas.openxmlformats.org/officeDocument/2006/relationships" id="262" r:id="Rb300e22c02f744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66dbcf768d46a1" /><Relationship Type="http://schemas.openxmlformats.org/officeDocument/2006/relationships/slideMaster" Target="/ppt/slideMasters/slideMaster1.xml" Id="Rc9c65324e197421a" /><Relationship Type="http://schemas.openxmlformats.org/officeDocument/2006/relationships/notesMaster" Target="/ppt/notesMasters/notesMaster1.xml" Id="R87d701b7cfb14145" /><Relationship Type="http://schemas.openxmlformats.org/officeDocument/2006/relationships/presProps" Target="/ppt/presProps.xml" Id="Re7b4276115984d43" /><Relationship Type="http://schemas.openxmlformats.org/officeDocument/2006/relationships/tableStyles" Target="/ppt/tableStyles.xml" Id="Ra7af661abc5d4a6f" /><Relationship Type="http://schemas.openxmlformats.org/officeDocument/2006/relationships/slide" Target="/ppt/slides/slide1.xml" Id="Rfa7b99dcf1d14d6b" /><Relationship Type="http://schemas.openxmlformats.org/officeDocument/2006/relationships/slide" Target="/ppt/slides/slide2.xml" Id="Re36b354e44dd4fa8" /><Relationship Type="http://schemas.openxmlformats.org/officeDocument/2006/relationships/slide" Target="/ppt/slides/slide3.xml" Id="R20043a3785ab4720" /><Relationship Type="http://schemas.openxmlformats.org/officeDocument/2006/relationships/slide" Target="/ppt/slides/slide4.xml" Id="R08e05f6753ee4d2e" /><Relationship Type="http://schemas.openxmlformats.org/officeDocument/2006/relationships/slide" Target="/ppt/slides/slide5.xml" Id="R67b2138683cf4fd5" /><Relationship Type="http://schemas.openxmlformats.org/officeDocument/2006/relationships/slide" Target="/ppt/slides/slide6.xml" Id="R18b6ed9f96194195" /><Relationship Type="http://schemas.openxmlformats.org/officeDocument/2006/relationships/slide" Target="/ppt/slides/slide7.xml" Id="Rb300e22c02f7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295c2198a1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1dd82975647a9" /><Relationship Type="http://schemas.openxmlformats.org/officeDocument/2006/relationships/notesMaster" Target="/ppt/notesMasters/notesMaster1.xml" Id="R297d19ff9210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419dbfd9f4185" /><Relationship Type="http://schemas.openxmlformats.org/officeDocument/2006/relationships/notesMaster" Target="/ppt/notesMasters/notesMaster1.xml" Id="R078616361eed4f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971c769d34574" /><Relationship Type="http://schemas.openxmlformats.org/officeDocument/2006/relationships/notesMaster" Target="/ppt/notesMasters/notesMaster1.xml" Id="R45d1499ff92f46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4d3c2c2e5f45e4" /><Relationship Type="http://schemas.openxmlformats.org/officeDocument/2006/relationships/notesMaster" Target="/ppt/notesMasters/notesMaster1.xml" Id="R86b37ad431724d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96d6250ff41d8" /><Relationship Type="http://schemas.openxmlformats.org/officeDocument/2006/relationships/notesMaster" Target="/ppt/notesMasters/notesMaster1.xml" Id="Rb31445c6596447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25fa77ebce44c5" /><Relationship Type="http://schemas.openxmlformats.org/officeDocument/2006/relationships/notesMaster" Target="/ppt/notesMasters/notesMaster1.xml" Id="R85dde98a68cc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5e5ce325b047cc" /><Relationship Type="http://schemas.openxmlformats.org/officeDocument/2006/relationships/notesMaster" Target="/ppt/notesMasters/notesMaster1.xml" Id="R991206e54e1c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ae39210834c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6298ca191a40fd" /><Relationship Type="http://schemas.openxmlformats.org/officeDocument/2006/relationships/slideLayout" Target="/ppt/slideLayouts/slideLayout1.xml" Id="R46af8fffdc6b4d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f8fffdc6b4d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fa3aeeb0441bf" /><Relationship Type="http://schemas.openxmlformats.org/officeDocument/2006/relationships/notesSlide" Target="/ppt/notesSlides/notesSlide1.xml" Id="R37d35ec912c34a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d1ce4fdc14995" /><Relationship Type="http://schemas.openxmlformats.org/officeDocument/2006/relationships/notesSlide" Target="/ppt/notesSlides/notesSlide2.xml" Id="R5a3cebab0f76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48709f0c4d01" /><Relationship Type="http://schemas.openxmlformats.org/officeDocument/2006/relationships/notesSlide" Target="/ppt/notesSlides/notesSlide3.xml" Id="Re76c12eb6e86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7c8e329824a59" /><Relationship Type="http://schemas.openxmlformats.org/officeDocument/2006/relationships/notesSlide" Target="/ppt/notesSlides/notesSlide4.xml" Id="Rd503957c036e49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d5681e0f479a" /><Relationship Type="http://schemas.openxmlformats.org/officeDocument/2006/relationships/notesSlide" Target="/ppt/notesSlides/notesSlide5.xml" Id="R0bae1adec675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34800bc1412f" /><Relationship Type="http://schemas.openxmlformats.org/officeDocument/2006/relationships/notesSlide" Target="/ppt/notesSlides/notesSlide6.xml" Id="R2c3ced6c59db43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72b4f96443c9" /><Relationship Type="http://schemas.openxmlformats.org/officeDocument/2006/relationships/notesSlide" Target="/ppt/notesSlides/notesSlide7.xml" Id="R7cecf41ca55642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EBDF-AF42-4BC6-BB07-D1216DB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8D7F9-0B88-4242-ABD2-F1E199F5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EC104-C245-4E87-9627-18FE451D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EA40-4273-4A78-BFCF-BEFA73B8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3E428-A0C6-468C-9689-2E6355A0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E22EA-E6E4-4C22-827E-151333C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66852-9114-48EC-929D-85256ED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8691-A987-4E79-8BEA-5FB7706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ABB00-CFD1-4E27-8F23-4260DF98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327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465F2-23ED-4DED-AE99-E0C7DE5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88C24-51F6-487C-AF46-64DEAE3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D1C36-0AC8-449D-8CAB-4C06262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F1BD8-2DB3-4FE5-ADB8-10DA67F3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14A1A-C05A-48EE-AC13-7C50047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7EAD4-B32C-4E6F-9975-A8767218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B1932-CF05-4D55-9E17-67E13D6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C9EAA-E5CE-4E79-B543-07B4463B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9F018-5154-477B-8E14-74526E2A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6A7BB-4E1D-4F5D-BA4C-336E4BA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8462-F843-4CC9-A55E-AD3750C4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447FA-F6D5-4752-91FB-0AAE6A9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54967-30AA-41F2-8D9B-F2D40EBB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11D6E-A776-40B4-8C38-792CB27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6993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837E3-B4BC-4ADA-A84B-DB6B954A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234D-EDCA-4702-AE29-9DFD7559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81C5F-9F2D-4FF2-AC2B-C889E59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56D8D-2B69-4284-B6C0-361E0A8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32F01-62A8-42A4-8559-80B00B2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676D8-BF68-4C0B-BB47-CD50FB1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3D282-AD12-4C8D-BE94-0D5DE9DB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1E6EB-D90C-411B-B104-BDCE4F1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C121-A5D2-4A41-B663-9ED02C9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940F6-C399-431F-B2E0-93036F7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ED961-9E02-4DAE-A62F-0FDEA7A0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B706D-525A-4A5E-AD29-B98326B4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F104D-06D8-4BD1-9639-9A4C3B5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75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1BDC6-F5E1-48B0-A314-6226A6E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B1E84-F05B-4DBE-BFA8-3C647101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ABC1D-635D-4213-B86A-AB50DE4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B488-7AE7-4AA3-8011-A836E938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C00BE-8A4C-49E3-9497-C7B3820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E25A3-8B07-4DFA-99A6-5D4646B3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FED3A-45CC-4FFE-813D-2D546341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05137-7F4F-4FE8-A0D9-6CBCD4D8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8F43E-811B-48A4-B8E8-A44A800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74749-E088-4ED9-B54C-98CCCA24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4C901-156F-42C6-971C-F7F3830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D315-0B91-4EE2-BDB6-AE44AE82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3F68F-698C-422D-B43E-CF86DAD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3F63E-08AE-417C-A889-BC4B649C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3CC65-EBCD-4016-8BB2-DE1AE0F0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D9439-85E9-4F32-AADC-E52E90B7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C40D1-DE35-4678-8892-A3C2A348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7641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8C582-DBEC-446D-830F-082A3D89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2850F-FB61-4D32-9E2F-12655A66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B907-B734-4D68-B687-0D5E8615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2AB00-D422-4688-977C-0D29818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BF666-A23F-4395-A5D1-2816318F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D0C80-96C9-4195-B6A3-BC9953F0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8310F-6671-4F62-96C9-EF809A4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5B5E-EC53-4D57-8906-51A7011E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8A8C7-34CF-442B-AA73-AEA9F105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652E1-8CED-4D6B-9C80-28111F8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B7AD3-268D-421E-8B01-FC93433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7E57A-5CC1-44A0-A1B2-5F59A651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E5B7F-947F-424D-B8DA-85513282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713C0-F996-4BEE-A302-97547A7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B4A2E-BB76-4271-B4BB-2E07A95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30DDB-374A-4BE7-B7AF-CD2BDE49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B08F9-1FB4-4DB0-A47D-FC4ED77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2DD98-99F5-4CE3-8F39-AA75A24A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23DA8-DE3D-43FA-93D9-70EC93C2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2432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E2A92-716F-438E-B92D-C1202F52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26319-B272-4B04-BAA8-698CC690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4F644-2ABD-47F6-ACC5-22BA9A4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762D-FD40-417F-B40F-1E2E8D2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CC108-D64A-4836-A7EA-6E0FA2D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79E8D-2BB6-4704-A91A-01AA4F5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F76A-601A-4F21-98F4-F1977DFD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19232-72F2-4A30-9D08-5D99FC5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F3E16-B80F-4BA6-BF34-FF5051D9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1AF28-73B4-4BC7-AF89-F480F0B9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64E64-6FFC-4763-8AE3-39FB817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7CFD1-4000-4453-B2E1-96ACBF3B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4B551-250B-4984-8D35-1E7EE83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6173-1337-471D-AFE0-25B1AF5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95D08-60D1-4D3E-A7B6-DA7E1A2B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1655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01153-99F8-46DB-AA47-1091A3A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705D-9915-40E2-9955-D5E03EA4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965E5-D377-48DA-AACA-C61E91C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A979D-934A-426F-A041-9B99D08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276E2-2A6E-49B4-AD7F-3F036A2E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079B4-00C1-4A7A-880F-2E4643C2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979BB-463C-4722-A511-F7949EE1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3D03C-2FD6-45D3-8EFC-7B36BAD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7F951-9052-4B49-A3A1-838D1BB2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B9E6E-35B4-478C-A39E-9685FED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953D0-C704-41E0-A2D7-F5B930A3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62548-3961-4952-8BC0-98214D9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C8DC5-DF28-4A82-B332-F7116E03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F03E1-6ADE-4979-9035-DC11B52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0909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2026-08-11T18:14:19.8990000Z</dcterms:created>
  <dcterms:modified xsi:type="dcterms:W3CDTF">2026-08-11T18:14:19.8990000Z</dcterms:modified>
</coreProperties>
</file>