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d265836b64008" /><Relationship Type="http://schemas.openxmlformats.org/officeDocument/2006/relationships/extended-properties" Target="/docProps/app.xml" Id="Re4e71a92e5054353" /><Relationship Type="http://schemas.openxmlformats.org/officeDocument/2006/relationships/officeDocument" Target="/ppt/presentation.xml" Id="R4baac9da2977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7d9aa0c8b843e3"/>
  </p:sldMasterIdLst>
  <p:notesMasterIdLst>
    <p:notesMasterId xmlns:r="http://schemas.openxmlformats.org/officeDocument/2006/relationships" r:id="R209f731b0eac40dc"/>
  </p:notesMasterIdLst>
  <p:sldIdLst>
    <p:sldId xmlns:r="http://schemas.openxmlformats.org/officeDocument/2006/relationships" id="256" r:id="R29dc68551caf4413"/>
    <p:sldId xmlns:r="http://schemas.openxmlformats.org/officeDocument/2006/relationships" id="257" r:id="Rda51a673bde64d4f"/>
    <p:sldId xmlns:r="http://schemas.openxmlformats.org/officeDocument/2006/relationships" id="258" r:id="R299f3492d2f447c6"/>
    <p:sldId xmlns:r="http://schemas.openxmlformats.org/officeDocument/2006/relationships" id="259" r:id="R2a861b5f5dce4a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53f07e2f6477e" /><Relationship Type="http://schemas.openxmlformats.org/officeDocument/2006/relationships/slideMaster" Target="/ppt/slideMasters/slideMaster1.xml" Id="R8d7d9aa0c8b843e3" /><Relationship Type="http://schemas.openxmlformats.org/officeDocument/2006/relationships/notesMaster" Target="/ppt/notesMasters/notesMaster1.xml" Id="R209f731b0eac40dc" /><Relationship Type="http://schemas.openxmlformats.org/officeDocument/2006/relationships/presProps" Target="/ppt/presProps.xml" Id="Raa4f303100184ec4" /><Relationship Type="http://schemas.openxmlformats.org/officeDocument/2006/relationships/tableStyles" Target="/ppt/tableStyles.xml" Id="R2bbf9694470d4a49" /><Relationship Type="http://schemas.openxmlformats.org/officeDocument/2006/relationships/slide" Target="/ppt/slides/slide1.xml" Id="R29dc68551caf4413" /><Relationship Type="http://schemas.openxmlformats.org/officeDocument/2006/relationships/slide" Target="/ppt/slides/slide2.xml" Id="Rda51a673bde64d4f" /><Relationship Type="http://schemas.openxmlformats.org/officeDocument/2006/relationships/slide" Target="/ppt/slides/slide3.xml" Id="R299f3492d2f447c6" /><Relationship Type="http://schemas.openxmlformats.org/officeDocument/2006/relationships/slide" Target="/ppt/slides/slide4.xml" Id="R2a861b5f5dce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206c9dbf9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5525e1e2994541" /><Relationship Type="http://schemas.openxmlformats.org/officeDocument/2006/relationships/notesMaster" Target="/ppt/notesMasters/notesMaster1.xml" Id="Rfac1adde2c35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654f959b24971" /><Relationship Type="http://schemas.openxmlformats.org/officeDocument/2006/relationships/notesMaster" Target="/ppt/notesMasters/notesMaster1.xml" Id="R888cf57ab243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27709ffe5d436c" /><Relationship Type="http://schemas.openxmlformats.org/officeDocument/2006/relationships/notesMaster" Target="/ppt/notesMasters/notesMaster1.xml" Id="R70390e57ef54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e63c19b0747b6" /><Relationship Type="http://schemas.openxmlformats.org/officeDocument/2006/relationships/notesMaster" Target="/ppt/notesMasters/notesMaster1.xml" Id="R810af96e7fb3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003d8f053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4b48ab98b4f67" /><Relationship Type="http://schemas.openxmlformats.org/officeDocument/2006/relationships/slideLayout" Target="/ppt/slideLayouts/slideLayout1.xml" Id="Re60e9e9f99e043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0e9e9f99e043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e1438e74446bc" /><Relationship Type="http://schemas.openxmlformats.org/officeDocument/2006/relationships/notesSlide" Target="/ppt/notesSlides/notesSlide1.xml" Id="R6a6ddad52827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7a33ca8c04a05" /><Relationship Type="http://schemas.openxmlformats.org/officeDocument/2006/relationships/notesSlide" Target="/ppt/notesSlides/notesSlide2.xml" Id="R85d6be017976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5cb7d2aa145d7" /><Relationship Type="http://schemas.openxmlformats.org/officeDocument/2006/relationships/notesSlide" Target="/ppt/notesSlides/notesSlide3.xml" Id="Raf838fa701b2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de425f5fb421d" /><Relationship Type="http://schemas.openxmlformats.org/officeDocument/2006/relationships/notesSlide" Target="/ppt/notesSlides/notesSlide4.xml" Id="R42f501914b2f42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CCBED-A540-4676-846B-FDE49F9D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F374-CB8B-4348-8E93-17E7720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8CEE3-BCE2-42A7-89AC-120EF05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63A67-59DA-48F5-B2C9-B5845DF1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2AEFC-9945-43B3-B092-EDCC1EC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C129B-D308-4689-B723-F61D51F3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D137E-69D7-4681-B42F-9874DA26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900DC-4164-4EB6-9079-C3B09BAB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198CF-E814-4FC7-80E9-46377D04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2385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37CF8-5ADD-4F74-A68E-6230FA0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4F9AB-8724-4245-A631-DE64D3EE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5CF9A-9903-4670-AD30-509F7A2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D9AD7-A974-482E-BA87-553EF579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A728F-251C-49B1-AF4A-42922A7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34869-5458-459D-BD61-5A8D10E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488F5-C1EA-47DD-ADD3-AF7B8469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03474-3B13-477A-8BA8-67CB0B3F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AED2B-0CC1-4955-A08D-83F77E5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AA759-0FE3-40BB-A43B-DAB3689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47FBB-D597-4562-B97F-38305C6C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9692B-7A95-4DE5-9A67-FC4249B2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F9A9C-BD6C-45E2-87A5-7162488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88F88-9882-4489-99EA-FAC5C526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4580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4BA6D-A050-4FC1-8B74-EDC2D791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6498E-8C29-4B6B-BE8C-6673F351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CCD22-0BC7-421D-A7A0-90027860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78153-EF3F-4B89-BD35-F40F8BEC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168A6-95E3-4752-B271-670AC7E6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D8133-FF8C-4FAE-A446-582B1A6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894F-9C42-4202-AA5E-AD0F9E5C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4550B-870F-43B5-8AB3-9C715F9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B3106-1010-44CE-8064-5055E9B5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52728-F4E9-44FF-A351-F9B2D20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321E1-60F5-4915-A796-17D90E02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7C5D0-075C-4BE2-A1F8-2DE2F10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C1FB5-4BD7-4FA8-BC6E-2BC76DF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9668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F9CF7-FFE7-4C71-BBDE-C9BF79A0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AE0E-E75B-4E3B-8D9A-CE4F4E1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54E71-3709-4835-AD35-647D1FD2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410A7-2794-4A5E-9BB9-6EBA432E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18B8-D0EA-4C14-8A5A-2B1AA181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3DBF4-8E5B-4717-A6DC-2B22A67A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3A21B-5AA2-4083-92F4-DDF5375F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9AC0D-245D-49E2-AE98-4BF56A1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7F968-3288-48F2-AF28-44A6DF8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1F721-1F1C-4ACA-90E9-05BBE47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ABF7F-C50B-4819-9BC1-E18E957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AF0A8-748B-4AE1-B3C9-6165538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A64F6-4431-42F8-A1B1-A62BCCD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21705-611C-47C5-9AB6-C02C07E8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669D-9CB7-48CF-9BCC-E941B77E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194DB-5130-4142-BB75-1B5B356C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9829F-47B2-4849-A3B7-B4375CD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2902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2026-08-11T18:13:20.2680000Z</dcterms:created>
  <dcterms:modified xsi:type="dcterms:W3CDTF">2026-08-11T18:13:20.2690000Z</dcterms:modified>
</coreProperties>
</file>