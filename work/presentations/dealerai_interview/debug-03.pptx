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fd4ac79d6f43fa" /><Relationship Type="http://schemas.openxmlformats.org/officeDocument/2006/relationships/extended-properties" Target="/docProps/app.xml" Id="Rae07264234fb4048" /><Relationship Type="http://schemas.openxmlformats.org/officeDocument/2006/relationships/officeDocument" Target="/ppt/presentation.xml" Id="R128ef112c4ea44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a38ca90464615"/>
  </p:sldMasterIdLst>
  <p:notesMasterIdLst>
    <p:notesMasterId xmlns:r="http://schemas.openxmlformats.org/officeDocument/2006/relationships" r:id="Rdb21eafd87fa46d0"/>
  </p:notesMasterIdLst>
  <p:sldIdLst>
    <p:sldId xmlns:r="http://schemas.openxmlformats.org/officeDocument/2006/relationships" id="256" r:id="R471a97ce51114056"/>
    <p:sldId xmlns:r="http://schemas.openxmlformats.org/officeDocument/2006/relationships" id="257" r:id="R89eb7cc7d8f943df"/>
    <p:sldId xmlns:r="http://schemas.openxmlformats.org/officeDocument/2006/relationships" id="258" r:id="Rb749efbd05f142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5dcb5171e5494c" /><Relationship Type="http://schemas.openxmlformats.org/officeDocument/2006/relationships/slideMaster" Target="/ppt/slideMasters/slideMaster1.xml" Id="Rf25a38ca90464615" /><Relationship Type="http://schemas.openxmlformats.org/officeDocument/2006/relationships/notesMaster" Target="/ppt/notesMasters/notesMaster1.xml" Id="Rdb21eafd87fa46d0" /><Relationship Type="http://schemas.openxmlformats.org/officeDocument/2006/relationships/presProps" Target="/ppt/presProps.xml" Id="R69c06275c2dc470a" /><Relationship Type="http://schemas.openxmlformats.org/officeDocument/2006/relationships/tableStyles" Target="/ppt/tableStyles.xml" Id="R1ae393f8f35b44b2" /><Relationship Type="http://schemas.openxmlformats.org/officeDocument/2006/relationships/slide" Target="/ppt/slides/slide1.xml" Id="R471a97ce51114056" /><Relationship Type="http://schemas.openxmlformats.org/officeDocument/2006/relationships/slide" Target="/ppt/slides/slide2.xml" Id="R89eb7cc7d8f943df" /><Relationship Type="http://schemas.openxmlformats.org/officeDocument/2006/relationships/slide" Target="/ppt/slides/slide3.xml" Id="Rb749efbd05f1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c2fc016ccf4d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f6b61d94ee4041" /><Relationship Type="http://schemas.openxmlformats.org/officeDocument/2006/relationships/notesMaster" Target="/ppt/notesMasters/notesMaster1.xml" Id="R77cf8c39d70a41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717130a54d4d9e" /><Relationship Type="http://schemas.openxmlformats.org/officeDocument/2006/relationships/notesMaster" Target="/ppt/notesMasters/notesMaster1.xml" Id="R2749cb82072646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6fea880a8f4498" /><Relationship Type="http://schemas.openxmlformats.org/officeDocument/2006/relationships/notesMaster" Target="/ppt/notesMasters/notesMaster1.xml" Id="R5cad6a43920e4e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45f0ada5247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326b2ba91b4398" /><Relationship Type="http://schemas.openxmlformats.org/officeDocument/2006/relationships/slideLayout" Target="/ppt/slideLayouts/slideLayout1.xml" Id="R3976586b89df42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6586b89df42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1222775394473" /><Relationship Type="http://schemas.openxmlformats.org/officeDocument/2006/relationships/notesSlide" Target="/ppt/notesSlides/notesSlide1.xml" Id="R33ee4d700b364c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c1d9104d496b" /><Relationship Type="http://schemas.openxmlformats.org/officeDocument/2006/relationships/notesSlide" Target="/ppt/notesSlides/notesSlide2.xml" Id="R5f55aba85f14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72bf90895434e" /><Relationship Type="http://schemas.openxmlformats.org/officeDocument/2006/relationships/notesSlide" Target="/ppt/notesSlides/notesSlide3.xml" Id="Rbd075d4e025e46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58A2C-2AA3-4F42-A509-47C1C09C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EBCBA-2AA5-4FB6-86EE-63FF273A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1867E-7FA7-42DC-BF35-A81DE9B6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11F0F-6DF2-4C4A-83BE-62C55F78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EF150-0710-4270-B737-81EBF45A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1C7F9-8CEC-466F-A4A1-17751FBE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8E591-2BB6-4FE2-BBDE-E25782EB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68B20-2FFF-46A6-8E4B-7001F254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068E8-26FA-4A0A-94DA-6CA6645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4093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7427B-CB43-4C5D-A22E-9D24A9C5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E9E71-59DC-4594-BF52-7E0F4762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CBCBE-1617-4CA6-9E00-814730EE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5EC99-0E93-4CCF-86B8-906CAF09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5BC5C-0F98-4F6A-B045-2A06A15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377CC-643D-4B1F-93B2-2787F46E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B1515-5900-49CA-B0B8-53A0DF1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9D324-656B-4BD4-BDAC-D42270F9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5912A-4543-4A67-AD3A-0AAFBC8E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49290-E250-4CCE-9D78-E03457BB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961D6-285B-4CFE-ABB8-940C4104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48E81-CC68-4B03-A2BC-DB3ACDE0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5B69E-3E79-4693-BE76-174F2CF2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D47B5-ADF7-4E5D-8D54-91A5A672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5048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C98FB-8D9C-4FB6-B830-06A78349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56FE9-1F36-419D-8B1E-C09BF15E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50C64-FB16-4275-AA79-D05645E8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8AD66-EC64-4519-B522-C3B54B88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9316C-3D97-4D47-B6F8-01195E35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0D078-AEB6-4A76-8C13-500BC227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52B24-765B-4519-915C-8CFED30B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FD95D-AD79-4D75-B052-6DEFE56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1371A-A3BD-40B1-A5A4-531E60F0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C4472-42D7-403B-9321-49B304F7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08DB2-A7C1-49E9-B324-9EDCFDAE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47E9A-8D97-458E-877D-A08B2C47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195CA-CC2B-4E9A-8CD5-9D131B2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6641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2026-08-11T18:13:00.5740000Z</dcterms:created>
  <dcterms:modified xsi:type="dcterms:W3CDTF">2026-08-11T18:13:00.5750000Z</dcterms:modified>
</coreProperties>
</file>